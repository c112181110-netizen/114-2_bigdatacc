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A1756-D6C2-4DBB-9CAE-D1B948089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D66A65-F736-9178-4784-78A0287AB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B61204-C40B-5EE4-FFA6-197FC16A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F8585A-2184-B8BD-C1F7-7C832C69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39B4F2-CDEF-9F2F-C162-4EA1AD27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83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E8872-ECCE-F28C-67E0-AA0078AF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61873F-7320-492E-EDC7-C1410141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325C18-A1E6-6056-88F6-AC1CE845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EECA2C-4BD4-136F-F922-F21CC458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78012B-900F-4FD5-7650-AC515FF0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957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94A6BE-89B5-EFCB-89BE-82AEDC7B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9779FA-AA6A-E520-D91E-EB6E65F1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E5989C-E126-4CAA-837E-DED6F7CA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334EE7-B1B6-6ABE-5BF8-94096CEB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879218-A195-ED87-C3D0-1047C2EA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9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966D57-C445-3088-7134-996E6FD9B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30514A-B71D-3F64-89F7-171C201F1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24E12D-D38E-BC92-512B-B8B53727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1231E-71E8-74F8-C8DE-58ACE5B2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1175A4-0887-598B-2D0F-E49B3811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9CAD5F-33A6-CA86-55B4-29703DA1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95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4A0291-8F2B-F8DD-1C95-8A7BD647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3FB575-929B-F867-E306-DC116FB3D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61E60B9-6581-81AD-63F9-A0E274DFE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A49D10C-D792-CCA5-C6CB-C308745B8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6115293-817A-318C-4E24-80F1E7E96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EF943F-1CB9-B978-1D1A-A306A440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CAC9539-A58D-F9C9-FD39-9B739E78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8E74D8D-0253-AD40-47D8-3B5C534D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68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E0DF3-098E-F525-CCE7-B61E22E0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2187FA-AD5F-5AC3-101D-91FE66D2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52207D-B821-857E-97A1-5E622C06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01BD0B-9239-121D-E82A-6A62F9FD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88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A86B67-9876-3489-9D4D-19454075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04F51-989D-4368-9F43-89765A49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CAACDA-92E5-013B-7C7E-4957ABE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20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AE9F4F-B063-96B9-0582-3E322379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D28BB1-DFCE-CCB6-08F2-279B27B71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2B2CA6-C4BF-FBD3-65CD-0B6FAA5B7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DB5A83-5E8D-5258-C01A-53D6EE05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D7C8CD-5BE3-41A9-06BF-95D9BFC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3C758E-0979-0631-B4D1-35C36600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9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CE029-442E-7D5F-D38F-72737FF3C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8F6FF1-61AC-E5B4-8BC9-9EDC6D69E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AFE7FA-A85F-FD99-887D-689934D95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1451C0-15D7-B4E3-15BC-4520CF3F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041620-EDC6-82E7-5622-1E4C69CF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254A6F-97E1-9216-08B1-AD8C3560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76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7FC42-FE15-B77E-2342-E8C5218F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32196-A09B-D159-44BA-3614E962A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FF2A26-EA95-EE6F-DC1E-21C35F91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F1B5BF-F3E1-335E-2B25-619F4707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A985AE-81CE-67DD-105A-87C69909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21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F92692A-B884-0250-98DB-2FF58FEC5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41FF6E-31B0-E5DA-0A7E-59DE45C1D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322781-199C-D8EA-6349-836E934E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8182E-C328-6C6D-3002-4FAA8149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3D8AB-1401-F30A-7D97-8D9E8331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21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48A39FD-077A-FBD3-22F5-E54E3D27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78C477-0116-A6A9-B4BC-AD97AAC30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C4BA27-E1FC-4521-DA0F-45D1E3872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539CE-4980-420F-93C4-D40C7C23855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803F03-12BE-A666-80D0-597920CE7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FB45D6-E01F-ECC2-A43F-BFC48028D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118EB-4E49-4279-BB2A-DB9C9DA5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0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61B06D-F4DD-35B5-1146-ACEF51705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308196-4E27-2BAA-6AC8-611397B0A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Here's how I designed this dashboard | by Sepideh Yazdi | UX Planet">
            <a:extLst>
              <a:ext uri="{FF2B5EF4-FFF2-40B4-BE49-F238E27FC236}">
                <a16:creationId xmlns:a16="http://schemas.microsoft.com/office/drawing/2014/main" id="{F5E5453B-4F04-E798-F475-9E20BDBD5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867" y="902518"/>
            <a:ext cx="4089898" cy="269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台灣MySQL技術研究站開站- 台灣MySQL研究院: MySQL.tw">
            <a:extLst>
              <a:ext uri="{FF2B5EF4-FFF2-40B4-BE49-F238E27FC236}">
                <a16:creationId xmlns:a16="http://schemas.microsoft.com/office/drawing/2014/main" id="{CCEBA5F8-E637-8C50-EF54-86A01A11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63" y="31146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PHP - 維基百科，自由的百科全書">
            <a:extLst>
              <a:ext uri="{FF2B5EF4-FFF2-40B4-BE49-F238E27FC236}">
                <a16:creationId xmlns:a16="http://schemas.microsoft.com/office/drawing/2014/main" id="{162916E6-949E-14DB-96F7-F8188F120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2246811" cy="224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AutoShape 12" descr="Getting started with PHP - DEV Community">
            <a:extLst>
              <a:ext uri="{FF2B5EF4-FFF2-40B4-BE49-F238E27FC236}">
                <a16:creationId xmlns:a16="http://schemas.microsoft.com/office/drawing/2014/main" id="{137AC9DE-AA85-7119-CBB9-BF49E0B494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122023" cy="312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949B1599-77BB-354D-3E9F-F78837692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902" y="3947793"/>
            <a:ext cx="3441995" cy="19370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FF46CC-1106-5378-6D2D-860F56BF4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7068" y="3608597"/>
            <a:ext cx="1857634" cy="206721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56FEFEE-445F-BD89-89FF-3A8FABDE5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487" y="104476"/>
            <a:ext cx="2543530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8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CBFA0-AA84-3856-CD93-26F9B127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C615B9-6025-4B27-82BA-DC3309E8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04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6" name="圖片 5" descr="一張含有 文字, 螢幕擷取畫面, 多媒體, 軟體 的圖片&#10;&#10;AI 產生的內容可能不正確。">
            <a:extLst>
              <a:ext uri="{FF2B5EF4-FFF2-40B4-BE49-F238E27FC236}">
                <a16:creationId xmlns:a16="http://schemas.microsoft.com/office/drawing/2014/main" id="{4A40D673-837F-9B8C-E736-48AC7F092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1B4A7-DC63-495E-9897-B16BF270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41C39773-1E20-D3BF-F927-BFC2B52AC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1" y="301988"/>
            <a:ext cx="10496151" cy="5907224"/>
          </a:xfrm>
        </p:spPr>
      </p:pic>
    </p:spTree>
    <p:extLst>
      <p:ext uri="{BB962C8B-B14F-4D97-AF65-F5344CB8AC3E}">
        <p14:creationId xmlns:p14="http://schemas.microsoft.com/office/powerpoint/2010/main" val="151884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  </vt:lpstr>
      <vt:lpstr> 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2026-06-02T07:35:12Z</dcterms:created>
  <dcterms:modified xsi:type="dcterms:W3CDTF">2026-06-02T07:44:30Z</dcterms:modified>
</cp:coreProperties>
</file>